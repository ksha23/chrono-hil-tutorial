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patterns, one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Two things here are worth your time, because they transfer to anything outside Chrono talking to a live sim:</a:t>
            </a:r>
          </a:p>
          <a:p>
            <a:pPr lvl="1"/>
            <a:r>
              <a:rPr sz="1800"/>
              <a:t>PATTERN 1: keeping a simulation real-time, and measuring how well you did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The contract joining all of it is three floats per step, in, and some state, out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gamepad, gears, Mcity, a rover, a crane - is one slide at the end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572,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Nothing else in the loop changes: the driver still just returns three floats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W/A/S/D - watch the Irrlicht HUD (speed, inputs, RTF)</a:t>
            </a:r>
          </a:p>
          <a:p>
            <a:pPr/>
            <a:r>
              <a:rPr sz="2000"/>
              <a:t>Everything Chrono knows how to read, it reads for you. The rest of the talk is what happens when it doesn't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23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B: the two patterns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