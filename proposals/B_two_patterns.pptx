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Two patterns, one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Two things here are worth your time, because they transfer to anything outside Chrono talking to a live sim:</a:t>
            </a:r>
          </a:p>
          <a:p>
            <a:pPr lvl="1"/>
            <a:r>
              <a:rPr sz="1800"/>
              <a:t>PATTERN 1: keeping a simulation real-time, and measuring how well you did</a:t>
            </a:r>
          </a:p>
          <a:p>
            <a:pPr lvl="1"/>
            <a:r>
              <a:rPr sz="1800"/>
              <a:t>PATTERN 2: taking input from a device Chrono has never heard of, and closing the loop back to it</a:t>
            </a:r>
          </a:p>
          <a:p>
            <a:pPr/>
            <a:r>
              <a:rPr sz="2000"/>
              <a:t>Between them, the easy case: a human on the keyboard, which Chrono already does for you</a:t>
            </a:r>
          </a:p>
          <a:p>
            <a:pPr/>
            <a:r>
              <a:rPr sz="2000"/>
              <a:t>The contract joining all of it is three floats per step, in, and some state, out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 lvl="1"/>
            <a:r>
              <a:rPr sz="1800"/>
              <a:t>the rest of the repo - gamepad, gears, Mcity, a rover, a crane - is one slide at the end and a README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the arrow keys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674 to 725)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The driver is queried BEFORE Synchronize - the human's input is sampled once and held for the whole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Measure it: sim time vs wall time (Lines 727 to 743)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35356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54228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drift = wall time - simulation time: negative means the sim is ahead of the clock</a:t>
            </a:r>
          </a:p>
          <a:p>
            <a:r>
              <a:rPr sz="1600">
                <a:latin typeface="Consolas"/>
              </a:rPr>
              <a:t>vehicle.GetRTF()</a:t>
            </a:r>
            <a:r>
              <a:rPr sz="1800"/>
              <a:t> is the true RTF of the last step, even when real time is being enforced</a:t>
            </a:r>
          </a:p>
          <a:p>
            <a:r>
              <a:rPr sz="1800"/>
              <a:t>Measure before you fix. Most of Pattern 1 is knowing the number, not enforcing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/>
            <a:r>
              <a:rPr sz="2000"/>
              <a:t>Change </a:t>
            </a:r>
            <a:r>
              <a:rPr sz="1800">
                <a:latin typeface="Consolas"/>
              </a:rPr>
              <a:t>step_size</a:t>
            </a:r>
            <a:r>
              <a:rPr sz="2000"/>
              <a:t> to 5e-4 - RTF goes above 1 and the sim can never be real-time, whatever the timer does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three ways (Lines 631 to 645, 71 to 88)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71335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the third option, defined at the top of the file: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0207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is ours</a:t>
            </a:r>
          </a:p>
          <a:p>
            <a:r>
              <a:rPr sz="1600"/>
              <a:t>Per-step timers never recover time lost on a slow step. Comparing TOTAL sim time to TOTAL wall time does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easy case: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ChInteractiveDriver, and routing events (Lines 535 to 546, 589 to 592)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Each keypress moves a TARGET by "delta"; the applied input follows it with a first-order lag (</a:t>
            </a:r>
            <a:r>
              <a:rPr sz="1600">
                <a:latin typeface="Consolas"/>
              </a:rPr>
              <a:t>SetGains</a:t>
            </a:r>
            <a:r>
              <a:rPr sz="1800"/>
              <a:t>)</a:t>
            </a:r>
          </a:p>
          <a:p>
            <a:r>
              <a:rPr sz="1600">
                <a:latin typeface="Consolas"/>
              </a:rPr>
              <a:t>AttachDriver</a:t>
            </a:r>
            <a:r>
              <a:rPr sz="1800"/>
              <a:t> forwards the window's key events - and binds Chrono's gear keys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</a:t>
            </a:r>
          </a:p>
          <a:p>
            <a:r>
              <a:rPr sz="1800"/>
              <a:t>Nothing else in the loop changes: the driver still just returns three floats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the arrow keys - watch the Irrlicht HUD (speed, inputs, RTF)</a:t>
            </a:r>
          </a:p>
          <a:p>
            <a:pPr/>
            <a:r>
              <a:rPr sz="2000"/>
              <a:t>Everything Chrono knows how to read, it reads for you. The rest of the talk is what happens when it doesn't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2: a device Chrono doesn't know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 UDP console, a phone, a motion platform, another process, another machine...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684 to 696, 745 to 755)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1800">
                <a:latin typeface="Consolas"/>
              </a:rPr>
              <a:t>SEND_FEEDBACK = True</a:t>
            </a:r>
            <a:r>
              <a:rPr sz="2000"/>
              <a:t>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How far this goes: gear, ground, and plant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PART 6 - change gear. A gear is not a fourth float: it belongs to the vehicle, not to the driver</a:t>
            </a:r>
          </a:p>
          <a:p>
            <a:pPr lvl="1"/>
            <a:r>
              <a:rPr sz="1800"/>
              <a:t>the keyboard binds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 once </a:t>
            </a:r>
            <a:r>
              <a:rPr sz="1600">
                <a:latin typeface="Consolas"/>
              </a:rPr>
              <a:t>AttachDriver</a:t>
            </a:r>
            <a:r>
              <a:rPr sz="1800"/>
              <a:t> is called; a socket needs an adapter and a 4th field</a:t>
            </a:r>
          </a:p>
          <a:p>
            <a:pPr lvl="1"/>
            <a:r>
              <a:rPr sz="1800"/>
              <a:t>a level is held, an event is drained - one press of ']' is one upshift, not "keep upshifting"</a:t>
            </a:r>
          </a:p>
          <a:p>
            <a:pPr/>
            <a:r>
              <a:rPr sz="2000"/>
              <a:t>PART 7 -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</a:t>
            </a:r>
          </a:p>
          <a:p>
            <a:pPr lvl="1"/>
            <a:r>
              <a:rPr sz="1800"/>
              <a:t>road surface as a collision mesh, 860 scenery placements over 230 meshes, </a:t>
            </a:r>
            <a:r>
              <a:rPr sz="1600">
                <a:latin typeface="Consolas"/>
              </a:rPr>
              <a:t>MCITY_DETAIL</a:t>
            </a:r>
            <a:r>
              <a:rPr sz="1800"/>
              <a:t> trades scenery for frame rate</a:t>
            </a:r>
          </a:p>
          <a:p>
            <a:pPr/>
            <a:r>
              <a:rPr sz="2000"/>
              <a:t>PART 8 - control something that isn't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</a:p>
          <a:p>
            <a:pPr lvl="1"/>
            <a:r>
              <a:rPr sz="1800"/>
              <a:t>the crane has no Chrono::Vehicle at all, and the payload swings with nothing to damp it but the operator</a:t>
            </a:r>
          </a:p>
          <a:p>
            <a:pPr/>
            <a:r>
              <a:rPr sz="2000"/>
              <a:t>All three ride the same loop, the same three numbers, and the same operator console,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23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HIL tutorial - recut B: the two patterns</dc:title>
  <dc:creator>Kyle Sha</dc:creator>
  <cp:lastModifiedBy>Kyle Sha</cp:lastModifiedBy>
  <cp:revision>1</cp:revision>
  <dcterms:created xsi:type="dcterms:W3CDTF">2026-09-05T00:00:00Z</dcterms:created>
  <dcterms:modified xsi:type="dcterms:W3CDTF">2026-09-05T00:00:00Z</dcterms:modified>
</cp:coreProperties>
</file>