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Chrono actually require of a human interface?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a lot that follows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Filling in three floats is easy. Two things around it are not, and both are the transferable part:</a:t>
            </a:r>
          </a:p>
          <a:p>
            <a:pPr lvl="1"/>
            <a:r>
              <a:rPr sz="1800"/>
              <a:t>PART 1: keeping the simulation running at wall-clock speed, and knowing when it isn't</a:t>
            </a:r>
          </a:p>
          <a:p>
            <a:pPr lvl="1"/>
            <a:r>
              <a:rPr sz="1800"/>
              <a:t>PART 4: taking input from a device Chrono has never heard of, and closing the loop back to it</a:t>
            </a:r>
          </a:p>
          <a:p>
            <a:pPr/>
            <a:r>
              <a:rPr sz="2000"/>
              <a:t>In between, the easy case: PART 2, a human on the keyboard, which Chrono already does for you</a:t>
            </a:r>
          </a:p>
          <a:p>
            <a:pPr/>
            <a:r>
              <a:rPr sz="2000"/>
              <a:t>At the end, how far the same loop stretches: gear (6), the Mcity digital twin (7), rover and crane (8)</a:t>
            </a:r>
          </a:p>
          <a:p>
            <a:pPr lvl="1"/>
            <a:r>
              <a:rPr sz="1800"/>
              <a:t>Parts 3 and 5 - gamepad/wheel, vehicle picker, overlay flags - are in the repo; no time today</a:t>
            </a:r>
          </a:p>
          <a:p>
            <a:pPr/>
            <a:r>
              <a:rPr sz="2000"/>
              <a:t>Everything runs in PyChrono; no special hardware is required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Hard 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700 to 751)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753 to 769)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A rover or a crane has no </a:t>
            </a:r>
            <a:r>
              <a:rPr sz="1600">
                <a:latin typeface="Consolas"/>
              </a:rPr>
              <a:t>GetRTF()</a:t>
            </a:r>
            <a:r>
              <a:rPr sz="1800"/>
              <a:t>, so the same number is measured here over the reporting interval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657 to 671,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Getting a human's input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the easy case: a device Chrono already knows about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keyboard, and the free gear keys (Lines 535 to 572,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Each keypress moves a TARGET by "delta"; the applied input follows it with a first-order lag (</a:t>
            </a:r>
            <a:r>
              <a:rPr sz="1600">
                <a:latin typeface="Consolas"/>
              </a:rPr>
              <a:t>SetGains</a:t>
            </a:r>
            <a:r>
              <a:rPr sz="1800"/>
              <a:t>)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own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without a line of your code</a:t>
            </a:r>
          </a:p>
          <a:p>
            <a:r>
              <a:rPr sz="1800"/>
              <a:t>The same driver reads a gamepad or wheel natively: </a:t>
            </a:r>
            <a:r>
              <a:rPr sz="1600">
                <a:latin typeface="Consolas"/>
              </a:rPr>
              <a:t>SetInputMode(JOYSTICK)</a:t>
            </a:r>
            <a:r>
              <a:rPr sz="1800"/>
              <a:t>, presets ship with Chrono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W/A/S/D - watch the Irrlicht HUD (speed, inputs, RTF)</a:t>
            </a:r>
          </a:p>
          <a:p>
            <a:pPr/>
            <a:r>
              <a:rPr sz="1800">
                <a:latin typeface="Consolas"/>
              </a:rPr>
              <a:t>T</a:t>
            </a:r>
            <a:r>
              <a:rPr sz="2000"/>
              <a:t> then </a:t>
            </a:r>
            <a:r>
              <a:rPr sz="1800">
                <a:latin typeface="Consolas"/>
              </a:rPr>
              <a:t>[</a:t>
            </a:r>
            <a:r>
              <a:rPr sz="2000"/>
              <a:t>: take an automatic out of auto and hold a gear through a corner. Nothing was written to get that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Hard part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710 to 722,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26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A: why first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