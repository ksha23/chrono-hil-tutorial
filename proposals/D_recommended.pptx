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Chrono actually require of a human interface?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one easy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You have just seen the whole contract. Two things around it are hard, and both are the part that transfers:</a:t>
            </a:r>
          </a:p>
          <a:p>
            <a:pPr lvl="1"/>
            <a:r>
              <a:rPr sz="1800"/>
              <a:t>PATTERN 1: keeping the simulation running at wall-clock speed, and knowing when it isn't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Both patterns show up anywhere a person or outside hardware talks to a live simulation - not just here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 and wheel, gears, Mcity, a rover - is one slide at the end,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the arrow keys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674 to 725)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727 to 743)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631 to 645,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535 to 546,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Each keypress moves a TARGET by "delta"; the applied input follows it with a first-order lag (</a:t>
            </a:r>
            <a:r>
              <a:rPr sz="1600">
                <a:latin typeface="Consolas"/>
              </a:rPr>
              <a:t>SetGains</a:t>
            </a:r>
            <a:r>
              <a:rPr sz="1800"/>
              <a:t>)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</a:t>
            </a:r>
          </a:p>
          <a:p>
            <a:r>
              <a:rPr sz="1800"/>
              <a:t>Nothing else in the loop changes: the driver still just returns three floats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the arrow keys - watch the Irrlicht HUD (speed, inputs, RTF)</a:t>
            </a:r>
          </a:p>
          <a:p>
            <a:pPr/>
            <a:r>
              <a:rPr sz="2000"/>
              <a:t>Everything Chrono knows how to read, it reads for you. The rest of the talk is what happens when it doesn't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684 to 696,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26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D: recommended (B behind A's cold open)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