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44.xml"/><Relationship Id="rId5" Type="http://schemas.openxmlformats.org/officeDocument/2006/relationships/slide" Target="slides/slide43.xml"/><Relationship Id="rId6" Type="http://schemas.openxmlformats.org/officeDocument/2006/relationships/slide" Target="slides/slide42.xml"/><Relationship Id="rId7" Type="http://schemas.openxmlformats.org/officeDocument/2006/relationships/slide" Target="slides/slide4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Feed operator input from ANY device into the model (a UDP console, a gamepad, a wheel)</a:t>
            </a:r>
          </a:p>
          <a:p>
            <a:pPr lvl="1"/>
            <a:r>
              <a:rPr sz="1800"/>
              <a:t>PART 4: Close the loop - send state back to the operator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operator_console.py, probe_gamepad.py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381 to 399)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"udp"       PART 3 - operator_console.py sends packets over the network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"gamepad"   PART 3 - gamepad / steering wheel through pygame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4: send telemetry back to the operator (udp/gamepad sources only)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252 to 262)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325 to 353)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3: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355 to 361)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306 to 311)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370 to 374)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53 to 71)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264 to 275)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300 to 304)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"keyboard":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vis.AttachDriver(driver)  # route Irrlicht key events to the driver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Bring your own input device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 and, optionally, a gamepad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84 to 118)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120 to 153)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277 to 288)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3: our own device writes into a plain ChDriver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elif INPUT_SOURCE == "gamepad":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device = GamepadInput(mapping=GAMEPAD_MAPPING)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333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3: sample the device ONCE per step and hold it for the step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Optional: gamepad or wheel through pygame (Lines 160 to 199)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6896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GamepadInput: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"""Read a gamepad or steering wheel through pygame (SDL).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 pygame window is needed for joysticks, so the Irrlicht window keeps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keyboard focus.  Axis indices differ between devices - run probe_gamepad.py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to find yours, then edit the mapping below.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MAPPINGS = {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name: (steer axis, throttle axis, brake axis, pedal_is_inverted)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"xbox": (0, 5, 2, False),  # left stick X, right trigger, left trigger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"g29": (0, 2, 3, True),    # wheel, gas pedal, brake pedal (rest at +1)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}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mapping="xbox", index=0):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import pygame  # imported here so PART 1/2 do not need pygame installed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self.pygame = pygame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pygame.init()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pygame.joystick.init()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if pygame.joystick.get_count()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raise RuntimeError("No gamepad/wheel found. Use INPUT_SOURCE = 'udp' instead.")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self.js = pygame.joystick.Joystick(index)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self.js.init()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self.ax_steer, self.ax_thr, self.ax_brk, self.inverted = self.MAPPINGS[mapping]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print(f"[gamepad] using '{self.js.get_name()}' with mapping '{mapping}'")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_pedal(self, axis):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 = self.js.get_axis(axis)  # -1..1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(1.0 - v) / 2.0 if self.inverted else (v + 1.0) / 2.0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self.pygame.event.pump()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steer = -self.js.get_axis(self.ax_steer)  # Chrono: +1 is steer LEFT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if abs(steer) &lt; 0.05: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steer = 0.0  # dead zone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steer, self._pedal(self.ax_thr), self._pedal(self.ax_brk)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send_feedback(self, text):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pass  # (rumble / force feedback would go here)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839600"/>
            <a:ext cx="11392000" cy="-38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pygame joysticks need no window, so the Irrlicht window keeps focus; run probe_gamepad.py to find your axes</a:t>
            </a:r>
          </a:p>
          <a:p>
            <a:pPr/>
            <a:r>
              <a:rPr sz="1800"/>
              <a:t>Set INPUT_SOURCE = "gamepad" and GAMEPAD_MAPPING = "xbox" or "g29" (Lines 386 and 406)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Close the loop - feedback to the operator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362 to 367)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  <p:pic>
        <p:nvPicPr>
          <p:cNvPr id="7" name="Picture 6" descr="opera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0" y="3400000"/>
            <a:ext cx="4580682" cy="2900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  <p:pic>
        <p:nvPicPr>
          <p:cNvPr id="6" name="Picture 5" descr="showtime_u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00" y="2300000"/>
            <a:ext cx="6119617" cy="400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284 to 292)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365 to 372)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