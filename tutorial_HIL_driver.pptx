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a trained locomotion policy fights you,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425195" y="3953256"/>
            <a:ext cx="2799306" cy="2140399"/>
          </a:xfrm>
          <a:prstGeom prst="rect">
            <a:avLst/>
          </a:prstGeom>
        </p:spPr>
      </p:pic>
      <p:pic>
        <p:nvPicPr>
          <p:cNvPr id="5" name="Picture 4" descr="demo_go2.png"/>
          <p:cNvPicPr>
            <a:picLocks noChangeAspect="1"/>
          </p:cNvPicPr>
          <p:nvPr/>
        </p:nvPicPr>
        <p:blipFill>
          <a:blip r:embed="rId3"/>
          <a:stretch>
            <a:fillRect/>
          </a:stretch>
        </p:blipFill>
        <p:spPr>
          <a:xfrm>
            <a:off x="3498822" y="3953256"/>
            <a:ext cx="2764682" cy="2140399"/>
          </a:xfrm>
          <a:prstGeom prst="rect">
            <a:avLst/>
          </a:prstGeom>
        </p:spPr>
      </p:pic>
      <p:pic>
        <p:nvPicPr>
          <p:cNvPr id="6" name="Picture 5" descr="demo_arm.png"/>
          <p:cNvPicPr>
            <a:picLocks noChangeAspect="1"/>
          </p:cNvPicPr>
          <p:nvPr/>
        </p:nvPicPr>
        <p:blipFill>
          <a:blip r:embed="rId4"/>
          <a:stretch>
            <a:fillRect/>
          </a:stretch>
        </p:blipFill>
        <p:spPr>
          <a:xfrm>
            <a:off x="6537824" y="3953256"/>
            <a:ext cx="2186929" cy="2140399"/>
          </a:xfrm>
          <a:prstGeom prst="rect">
            <a:avLst/>
          </a:prstGeom>
        </p:spPr>
      </p:pic>
      <p:pic>
        <p:nvPicPr>
          <p:cNvPr id="7" name="Picture 6" descr="demo_push.png"/>
          <p:cNvPicPr>
            <a:picLocks noChangeAspect="1"/>
          </p:cNvPicPr>
          <p:nvPr/>
        </p:nvPicPr>
        <p:blipFill>
          <a:blip r:embed="rId5"/>
          <a:stretch>
            <a:fillRect/>
          </a:stretch>
        </p:blipFill>
        <p:spPr>
          <a:xfrm>
            <a:off x="8999073" y="3953256"/>
            <a:ext cx="2764682" cy="2140399"/>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what does an operator do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832 to 836)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a:p>
            <a:pPr>
              <a:spcAft>
                <a:spcPts val="900"/>
              </a:spcAft>
            </a:pPr>
            <a:r>
              <a:rPr sz="2000"/>
              <a:t>Reach for them in this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603 to 605)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3566160"/>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Nothing outside Chrono::Vehicle has a driver abstraction, so this</a:t>
            </a:r>
          </a:p>
          <a:p>
            <a:pPr>
              <a:spcAft>
                <a:spcPts val="0"/>
              </a:spcAft>
            </a:pPr>
            <a:r>
              <a:rPr sz="900">
                <a:solidFill>
                  <a:srgbClr val="7FAF7F"/>
                </a:solidFill>
                <a:latin typeface="Consolas"/>
              </a:rPr>
              <a:t># is a pattern rather than an API. Three decisions:</a:t>
            </a:r>
          </a:p>
          <a:p>
            <a:pPr>
              <a:spcAft>
                <a:spcPts val="0"/>
              </a:spcAft>
            </a:pPr>
            <a:r>
              <a:rPr sz="900">
                <a:solidFill>
                  <a:srgbClr val="7FAF7F"/>
                </a:solidFill>
                <a:latin typeface="Consolas"/>
              </a:rPr>
              <a:t>#</a:t>
            </a:r>
          </a:p>
          <a:p>
            <a:pPr>
              <a:spcAft>
                <a:spcPts val="0"/>
              </a:spcAft>
            </a:pPr>
            <a:r>
              <a:rPr sz="900">
                <a:solidFill>
                  <a:srgbClr val="7FAF7F"/>
                </a:solidFill>
                <a:latin typeface="Consolas"/>
              </a:rPr>
              <a:t>#   1. NORMALISE THE INPUT. A few bounded numbers a device produces</a:t>
            </a:r>
          </a:p>
          <a:p>
            <a:pPr>
              <a:spcAft>
                <a:spcPts val="0"/>
              </a:spcAft>
            </a:pPr>
            <a:r>
              <a:rPr sz="900">
                <a:solidFill>
                  <a:srgbClr val="7FAF7F"/>
                </a:solidFill>
                <a:latin typeface="Consolas"/>
              </a:rPr>
              <a:t>#      and a plant consumes, so one console drives any of them.</a:t>
            </a:r>
          </a:p>
          <a:p>
            <a:pPr>
              <a:spcAft>
                <a:spcPts val="0"/>
              </a:spcAft>
            </a:pPr>
            <a:r>
              <a:rPr sz="900">
                <a:solidFill>
                  <a:srgbClr val="7FAF7F"/>
                </a:solidFill>
                <a:latin typeface="Consolas"/>
              </a:rPr>
              <a:t>#   2. BIND THEM TO ACTUATION. The only plant-specific part.</a:t>
            </a:r>
          </a:p>
          <a:p>
            <a:pPr>
              <a:spcAft>
                <a:spcPts val="0"/>
              </a:spcAft>
            </a:pPr>
            <a:r>
              <a:rPr sz="900">
                <a:solidFill>
                  <a:srgbClr val="7FAF7F"/>
                </a:solidFill>
                <a:latin typeface="Consolas"/>
              </a:rPr>
              <a:t>#   3. SEND SOMETHING BACK, or the person is driving open loop.</a:t>
            </a:r>
          </a:p>
          <a:p>
            <a:pPr>
              <a:spcAft>
                <a:spcPts val="0"/>
              </a:spcAft>
            </a:pPr>
            <a:r>
              <a:rPr sz="900">
                <a:solidFill>
                  <a:srgbClr val="CCCCCC"/>
                </a:solidFill>
                <a:latin typeface="Consolas"/>
              </a:rPr>
              <a:t> </a:t>
            </a:r>
          </a:p>
          <a:p>
            <a:pPr>
              <a:spcAft>
                <a:spcPts val="0"/>
              </a:spcAft>
            </a:pPr>
            <a:r>
              <a:rPr sz="900">
                <a:solidFill>
                  <a:srgbClr val="CCCCCC"/>
                </a:solidFill>
                <a:latin typeface="Consolas"/>
              </a:rPr>
              <a:t>class Plant:                     </a:t>
            </a:r>
            <a:r>
              <a:rPr sz="900">
                <a:solidFill>
                  <a:srgbClr val="7FAF7F"/>
                </a:solidFill>
                <a:latin typeface="Consolas"/>
              </a:rPr>
              <a:t># every plant, one shape</a:t>
            </a:r>
          </a:p>
          <a:p>
            <a:pPr>
              <a:spcAft>
                <a:spcPts val="0"/>
              </a:spcAft>
            </a:pPr>
            <a:r>
              <a:rPr sz="900">
                <a:solidFill>
                  <a:srgbClr val="CCCCCC"/>
                </a:solidFill>
                <a:latin typeface="Consolas"/>
              </a:rPr>
              <a:t>    def </a:t>
            </a:r>
            <a:r>
              <a:rPr sz="900">
                <a:solidFill>
                  <a:srgbClr val="7FC7E8"/>
                </a:solidFill>
                <a:latin typeface="Consolas"/>
              </a:rPr>
              <a:t>apply</a:t>
            </a:r>
            <a:r>
              <a:rPr sz="900">
                <a:solidFill>
                  <a:srgbClr val="CCCCCC"/>
                </a:solidFill>
                <a:latin typeface="Consolas"/>
              </a:rPr>
              <a:t>(self, inputs):          ...  </a:t>
            </a:r>
            <a:r>
              <a:rPr sz="900">
                <a:solidFill>
                  <a:srgbClr val="7FAF7F"/>
                </a:solidFill>
                <a:latin typeface="Consolas"/>
              </a:rPr>
              <a:t># THE BINDING</a:t>
            </a:r>
          </a:p>
          <a:p>
            <a:pPr>
              <a:spcAft>
                <a:spcPts val="0"/>
              </a:spcAft>
            </a:pPr>
            <a:r>
              <a:rPr sz="900">
                <a:solidFill>
                  <a:srgbClr val="CCCCCC"/>
                </a:solidFill>
                <a:latin typeface="Consolas"/>
              </a:rPr>
              <a:t>    def </a:t>
            </a:r>
            <a:r>
              <a:rPr sz="900">
                <a:solidFill>
                  <a:srgbClr val="7FC7E8"/>
                </a:solidFill>
                <a:latin typeface="Consolas"/>
              </a:rPr>
              <a:t>synchronize</a:t>
            </a:r>
            <a:r>
              <a:rPr sz="900">
                <a:solidFill>
                  <a:srgbClr val="CCCCCC"/>
                </a:solidFill>
                <a:latin typeface="Consolas"/>
              </a:rPr>
              <a:t>(self, t, inputs): ...</a:t>
            </a:r>
          </a:p>
          <a:p>
            <a:pPr>
              <a:spcAft>
                <a:spcPts val="0"/>
              </a:spcAft>
            </a:pPr>
            <a:r>
              <a:rPr sz="900">
                <a:solidFill>
                  <a:srgbClr val="CCCCCC"/>
                </a:solidFill>
                <a:latin typeface="Consolas"/>
              </a:rPr>
              <a:t>    def </a:t>
            </a:r>
            <a:r>
              <a:rPr sz="900">
                <a:solidFill>
                  <a:srgbClr val="7FC7E8"/>
                </a:solidFill>
                <a:latin typeface="Consolas"/>
              </a:rPr>
              <a:t>advance</a:t>
            </a:r>
            <a:r>
              <a:rPr sz="900">
                <a:solidFill>
                  <a:srgbClr val="CCCCCC"/>
                </a:solidFill>
                <a:latin typeface="Consolas"/>
              </a:rPr>
              <a:t>(self, step):          ...</a:t>
            </a:r>
          </a:p>
          <a:p>
            <a:pPr>
              <a:spcAft>
                <a:spcPts val="0"/>
              </a:spcAft>
            </a:pPr>
            <a:r>
              <a:rPr sz="900">
                <a:solidFill>
                  <a:srgbClr val="CCCCCC"/>
                </a:solidFill>
                <a:latin typeface="Consolas"/>
              </a:rPr>
              <a:t>    def </a:t>
            </a:r>
            <a:r>
              <a:rPr sz="900">
                <a:solidFill>
                  <a:srgbClr val="7FC7E8"/>
                </a:solidFill>
                <a:latin typeface="Consolas"/>
              </a:rPr>
              <a:t>speed</a:t>
            </a:r>
            <a:r>
              <a:rPr sz="900">
                <a:solidFill>
                  <a:srgbClr val="CCCCCC"/>
                </a:solidFill>
                <a:latin typeface="Consolas"/>
              </a:rPr>
              <a:t>(self): ...; def </a:t>
            </a:r>
            <a:r>
              <a:rPr sz="900">
                <a:solidFill>
                  <a:srgbClr val="7FC7E8"/>
                </a:solidFill>
                <a:latin typeface="Consolas"/>
              </a:rPr>
              <a:t>status</a:t>
            </a:r>
            <a:r>
              <a:rPr sz="900">
                <a:solidFill>
                  <a:srgbClr val="CCCCCC"/>
                </a:solidFill>
                <a:latin typeface="Consolas"/>
              </a:rPr>
              <a:t>(self): ...</a:t>
            </a:r>
          </a:p>
          <a:p>
            <a:pPr>
              <a:spcAft>
                <a:spcPts val="0"/>
              </a:spcAft>
            </a:pPr>
            <a:r>
              <a:rPr sz="900">
                <a:solidFill>
                  <a:srgbClr val="CCCCCC"/>
                </a:solidFill>
                <a:latin typeface="Consolas"/>
              </a:rPr>
              <a:t> </a:t>
            </a:r>
          </a:p>
          <a:p>
            <a:pPr>
              <a:spcAft>
                <a:spcPts val="0"/>
              </a:spcAft>
            </a:pPr>
            <a:r>
              <a:rPr sz="900">
                <a:solidFill>
                  <a:srgbClr val="7FAF7F"/>
                </a:solidFill>
                <a:latin typeface="Consolas"/>
              </a:rPr>
              <a:t># A crane's entire input surface: two motors and a setpoint each.</a:t>
            </a:r>
          </a:p>
          <a:p>
            <a:pPr>
              <a:spcAft>
                <a:spcPts val="0"/>
              </a:spcAft>
            </a:pPr>
            <a:r>
              <a:rPr sz="900">
                <a:solidFill>
                  <a:srgbClr val="CCCCCC"/>
                </a:solidFill>
                <a:latin typeface="Consolas"/>
              </a:rPr>
              <a:t>self.long_motor = chrono.</a:t>
            </a:r>
            <a:r>
              <a:rPr sz="900">
                <a:solidFill>
                  <a:srgbClr val="F0A040"/>
                </a:solidFill>
                <a:latin typeface="Consolas"/>
              </a:rPr>
              <a:t>ChLinkMotorLinearSpeed</a:t>
            </a:r>
            <a:r>
              <a:rPr sz="900">
                <a:solidFill>
                  <a:srgbClr val="CCCCCC"/>
                </a:solidFill>
                <a:latin typeface="Consolas"/>
              </a:rPr>
              <a:t>()</a:t>
            </a:r>
          </a:p>
          <a:p>
            <a:pPr>
              <a:spcAft>
                <a:spcPts val="0"/>
              </a:spcAft>
            </a:pPr>
            <a:r>
              <a:rPr sz="900">
                <a:solidFill>
                  <a:srgbClr val="CCCCCC"/>
                </a:solidFill>
                <a:latin typeface="Consolas"/>
              </a:rPr>
              <a:t>self.long_speed = chrono.</a:t>
            </a:r>
            <a:r>
              <a:rPr sz="900">
                <a:solidFill>
                  <a:srgbClr val="F0A040"/>
                </a:solidFill>
                <a:latin typeface="Consolas"/>
              </a:rPr>
              <a:t>ChFunctionSetpoint</a:t>
            </a:r>
            <a:r>
              <a:rPr sz="900">
                <a:solidFill>
                  <a:srgbClr val="CCCCCC"/>
                </a:solidFill>
                <a:latin typeface="Consolas"/>
              </a:rPr>
              <a:t>()</a:t>
            </a:r>
          </a:p>
          <a:p>
            <a:pPr>
              <a:spcAft>
                <a:spcPts val="0"/>
              </a:spcAft>
            </a:pPr>
            <a:r>
              <a:rPr sz="900">
                <a:solidFill>
                  <a:srgbClr val="CCCCCC"/>
                </a:solidFill>
                <a:latin typeface="Consolas"/>
              </a:rPr>
              <a:t>self.long_motor.</a:t>
            </a:r>
            <a:r>
              <a:rPr sz="900">
                <a:solidFill>
                  <a:srgbClr val="7FC7E8"/>
                </a:solidFill>
                <a:latin typeface="Consolas"/>
              </a:rPr>
              <a:t>SetSpeedFunction</a:t>
            </a:r>
            <a:r>
              <a:rPr sz="900">
                <a:solidFill>
                  <a:srgbClr val="CCCCCC"/>
                </a:solidFill>
                <a:latin typeface="Consolas"/>
              </a:rPr>
              <a:t>(self.long_speed)</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(hil_plants.py, lines 335 to 338) ------</a:t>
            </a:r>
          </a:p>
          <a:p>
            <a:pPr>
              <a:spcAft>
                <a:spcPts val="0"/>
              </a:spcAft>
            </a:pPr>
            <a:r>
              <a:rPr sz="900">
                <a:solidFill>
                  <a:srgbClr val="7FAF7F"/>
                </a:solidFill>
                <a:latin typeface="Consolas"/>
              </a:rPr>
              <a:t># Throttle drives forward, braking drives back: two pedals, one axis.</a:t>
            </a:r>
          </a:p>
          <a:p>
            <a:pPr>
              <a:spcAft>
                <a:spcPts val="0"/>
              </a:spcAft>
            </a:pPr>
            <a:r>
              <a:rPr sz="900">
                <a:solidFill>
                  <a:srgbClr val="CCCCCC"/>
                </a:solidFill>
                <a:latin typeface="Consolas"/>
              </a:rPr>
              <a:t>long_cmd = (inputs.m_throttle - inputs.m_braking) * self.MAX_LONG_SPEED</a:t>
            </a:r>
          </a:p>
          <a:p>
            <a:pPr>
              <a:spcAft>
                <a:spcPts val="0"/>
              </a:spcAft>
            </a:pPr>
            <a:r>
              <a:rPr sz="900">
                <a:solidFill>
                  <a:srgbClr val="CCCCCC"/>
                </a:solidFill>
                <a:latin typeface="Consolas"/>
              </a:rPr>
              <a:t>self.long_speed.</a:t>
            </a:r>
            <a:r>
              <a:rPr sz="900">
                <a:solidFill>
                  <a:srgbClr val="7FC7E8"/>
                </a:solidFill>
                <a:latin typeface="Consolas"/>
              </a:rPr>
              <a:t>SetSetpoint</a:t>
            </a:r>
            <a:r>
              <a:rPr sz="900">
                <a:solidFill>
                  <a:srgbClr val="CCCCCC"/>
                </a:solidFill>
                <a:latin typeface="Consolas"/>
              </a:rPr>
              <a:t>(long_cmd, t)</a:t>
            </a:r>
          </a:p>
          <a:p>
            <a:pPr>
              <a:spcAft>
                <a:spcPts val="0"/>
              </a:spcAft>
            </a:pPr>
            <a:r>
              <a:rPr sz="900">
                <a:solidFill>
                  <a:srgbClr val="CCCCCC"/>
                </a:solidFill>
                <a:latin typeface="Consolas"/>
              </a:rPr>
              <a:t>self.cross_speed.</a:t>
            </a:r>
            <a:r>
              <a:rPr sz="900">
                <a:solidFill>
                  <a:srgbClr val="7FC7E8"/>
                </a:solidFill>
                <a:latin typeface="Consolas"/>
              </a:rPr>
              <a:t>SetSetpoint</a:t>
            </a:r>
            <a:r>
              <a:rPr sz="900">
                <a:solidFill>
                  <a:srgbClr val="CCCCCC"/>
                </a:solidFill>
                <a:latin typeface="Consolas"/>
              </a:rPr>
              <a:t>(inputs.m_steering * self.MAX_CROSS_SPEED, t)</a:t>
            </a:r>
          </a:p>
        </p:txBody>
      </p:sp>
      <p:sp>
        <p:nvSpPr>
          <p:cNvPr id="4" name="NoteBox"/>
          <p:cNvSpPr txBox="1"/>
          <p:nvPr/>
        </p:nvSpPr>
        <p:spPr>
          <a:xfrm>
            <a:off x="402336" y="4882896"/>
            <a:ext cx="11393424" cy="153619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400">
                <a:latin typeface="Consolas"/>
              </a:rPr>
              <a:t>ChInteractiveDriver</a:t>
            </a:r>
            <a:r>
              <a:rPr sz="1600"/>
              <a:t> covers two CLASSES of device, not two devices:</a:t>
            </a:r>
          </a:p>
          <a:p>
            <a:pPr lvl="1">
              <a:spcAft>
                <a:spcPts val="500"/>
              </a:spcAft>
            </a:pPr>
            <a:r>
              <a:rPr sz="1200">
                <a:latin typeface="Consolas"/>
              </a:rPr>
              <a:t>InputMode_KEYBOARD</a:t>
            </a:r>
            <a:r>
              <a:rPr sz="1400"/>
              <a:t>  -  with </a:t>
            </a:r>
            <a:r>
              <a:rPr sz="1200">
                <a:latin typeface="Consolas"/>
              </a:rPr>
              <a:t>KeyboardMode_HELD</a:t>
            </a:r>
            <a:r>
              <a:rPr sz="1400"/>
              <a:t> or </a:t>
            </a:r>
            <a:r>
              <a:rPr sz="1200">
                <a:latin typeface="Consolas"/>
              </a:rPr>
              <a:t>_CUMULATIVE</a:t>
            </a:r>
          </a:p>
          <a:p>
            <a:pPr lvl="1">
              <a:spcAft>
                <a:spcPts val="500"/>
              </a:spcAft>
            </a:pPr>
            <a:r>
              <a:rPr sz="1200">
                <a:latin typeface="Consolas"/>
              </a:rPr>
              <a:t>InputMode_JOYSTICK</a:t>
            </a:r>
            <a:r>
              <a:rPr sz="1400"/>
              <a:t>  -  anything the windowing layer enumerates as one</a:t>
            </a:r>
          </a:p>
          <a:p>
            <a:pPr>
              <a:spcAft>
                <a:spcPts val="500"/>
              </a:spcAft>
            </a:pPr>
            <a:r>
              <a:rPr sz="1600"/>
              <a:t>A joystick is mapped by a JSON file, not by code: </a:t>
            </a:r>
            <a:r>
              <a:rPr sz="1400">
                <a:latin typeface="Consolas"/>
              </a:rPr>
              <a:t>SetJoystickConfigFile(path)</a:t>
            </a:r>
          </a:p>
          <a:p>
            <a:pPr lvl="1">
              <a:spcAft>
                <a:spcPts val="500"/>
              </a:spcAft>
            </a:pPr>
            <a:r>
              <a:rPr sz="1400"/>
              <a:t>mapped axes: steering, throttle, brake, CLUTCH</a:t>
            </a:r>
          </a:p>
          <a:p>
            <a:pPr lvl="1">
              <a:spcAft>
                <a:spcPts val="500"/>
              </a:spcAft>
            </a:pPr>
            <a:r>
              <a:rPr sz="1400"/>
              <a:t>mapped buttons: shift up/down, reverse, gears 1-9, manual-gearbox toggle, plus one user callback</a:t>
            </a:r>
          </a:p>
          <a:p>
            <a:pPr>
              <a:spcAft>
                <a:spcPts val="500"/>
              </a:spcAft>
            </a:pPr>
            <a:r>
              <a:rPr sz="1600"/>
              <a:t>Four configs ship in </a:t>
            </a:r>
            <a:r>
              <a:rPr sz="1400">
                <a:latin typeface="Consolas"/>
              </a:rPr>
              <a:t>data/vehicle/joystick/</a:t>
            </a:r>
            <a:r>
              <a:rPr sz="1600"/>
              <a:t>: Default, Logitech RumblePad 2, Xbox One, and Wheel+Pedals+Shifters</a:t>
            </a:r>
          </a:p>
          <a:p>
            <a:pPr>
              <a:spcAft>
                <a:spcPts val="500"/>
              </a:spcAft>
            </a:pPr>
            <a:r>
              <a:rPr sz="1600"/>
              <a:t>Each control names its own DEVICE, so a wheel, a pedal box and an H-shifter enumerating as three separate USB devices all map at once</a:t>
            </a:r>
          </a:p>
          <a:p>
            <a:pPr>
              <a:spcAft>
                <a:spcPts val="500"/>
              </a:spcAft>
            </a:pPr>
            <a:r>
              <a:rPr sz="1600"/>
              <a:t>Not hypothetical: the remote-driving study on slide 5 ran on a Logitech G29 wheel and pedal set through this path</a:t>
            </a:r>
          </a:p>
          <a:p>
            <a:pPr>
              <a:spcAft>
                <a:spcPts val="5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500"/>
              </a:spcAft>
            </a:pPr>
            <a:r>
              <a:rPr sz="1600"/>
              <a:t>All of it is exposed to PyChrono.</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This tutorial ships one of these,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That last line is the gap this tutorial walks into. Everything needed to build one is already exposed; what is missing is the ability to receive the mouse event in the first place.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t>
            </a:r>
            <a:r>
              <a:rPr sz="1500">
                <a:latin typeface="Consolas"/>
              </a:rPr>
              <a:t>1100 N</a:t>
            </a:r>
            <a:r>
              <a:rPr sz="1700"/>
              <a:t>/</a:t>
            </a:r>
            <a:r>
              <a:rPr sz="1500">
                <a:latin typeface="Consolas"/>
              </a:rPr>
              <a:t>1200 N</a:t>
            </a:r>
            <a:r>
              <a:rPr sz="1700"/>
              <a:t>.</a:t>
            </a:r>
          </a:p>
          <a:p>
            <a:pPr>
              <a:spcAft>
                <a:spcPts val="500"/>
              </a:spcAft>
            </a:pPr>
            <a:r>
              <a:rPr sz="1700"/>
              <a:t>Change the controller and the threshold moves. The same robot held by a PD stance instead tips at </a:t>
            </a:r>
            <a:r>
              <a:rPr sz="1500">
                <a:latin typeface="Consolas"/>
              </a:rPr>
              <a:t>325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33</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