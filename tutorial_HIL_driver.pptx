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306" r:id="rId3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307" r:id="rId3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7.xml"/><Relationship Id="rId5" Type="http://schemas.openxmlformats.org/officeDocument/2006/relationships/slide" Target="slides/slide46.xml"/><Relationship Id="rId6" Type="http://schemas.openxmlformats.org/officeDocument/2006/relationships/slide" Target="slides/slide45.xml"/><Relationship Id="rId7" Type="http://schemas.openxmlformats.org/officeDocument/2006/relationships/slide" Target="slides/slide4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43.xml"/><Relationship Id="rId38" Type="http://schemas.openxmlformats.org/officeDocument/2006/relationships/slide" Target="slides/slide28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8.xml"/><Relationship Id="rId44" Type="http://schemas.openxmlformats.org/officeDocument/2006/relationships/slide" Target="slides/slide49.xml"/><Relationship Id="rId45" Type="http://schemas.openxmlformats.org/officeDocument/2006/relationships/slide" Target="slides/slide5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human-in-the-loop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 (bonus): Customize the built-in overlay and choose your car -- cosmetic, not the core lesson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human-in-the-loop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python tutorial_HIL_driver.py opens an Irrlicht window with an HMMWV - drive it with the arrow keys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Settings for this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"per_step" (Line 443): run a while, note the drift</a:t>
            </a:r>
          </a:p>
          <a:p>
            <a:pPr/>
            <a:r>
              <a:rPr sz="2000"/>
              <a:t>REALTIME = "cumulative": compare the two</a:t>
            </a:r>
          </a:p>
          <a:p>
            <a:pPr/>
            <a:r>
              <a:rPr sz="2000"/>
              <a:t>REALTIME = "vehicle" for the rest of the talk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Settings for this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INPUT_SOURCE = "keyboard" (Line 440)</a:t>
            </a:r>
          </a:p>
          <a:p>
            <a:pPr/>
            <a:r>
              <a:rPr sz="2000"/>
              <a:t>REALTIME = "vehicle" (Line 443) - without real time the car is undrivable (why?)</a:t>
            </a:r>
          </a:p>
          <a:p>
            <a:pPr/>
            <a:r>
              <a:rPr sz="2000"/>
              <a:t>SetGains(50, 50, 50) on Line 307: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the arrow keys -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 prints live axis/button numbers twice a second - no separate probe script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2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57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Settings for this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INPUT_SOURCE = "gamepad" (Line 440), REALTIME = "vehicle"</a:t>
            </a:r>
          </a:p>
          <a:p>
            <a:pPr/>
            <a:r>
              <a:rPr sz="2000"/>
              <a:t>A gamepad or wheel plugged in, with JOYSTICK_CONFIG set to the matching preset</a:t>
            </a:r>
          </a:p>
          <a:p>
            <a:pPr/>
            <a:r>
              <a:rPr sz="2000"/>
              <a:t>No matching preset? JOYSTICK_DEBUG = True, then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4's architecture: two processes, one UDP contract</a:t>
            </a:r>
          </a:p>
        </p:txBody>
      </p:sp>
      <p:sp>
        <p:nvSpPr>
          <p:cNvPr id="3" name="Box 3"/>
          <p:cNvSpPr/>
          <p:nvPr/>
        </p:nvSpPr>
        <p:spPr>
          <a:xfrm>
            <a:off x="700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4" name="Box 4"/>
          <p:cNvSpPr/>
          <p:nvPr/>
        </p:nvSpPr>
        <p:spPr>
          <a:xfrm>
            <a:off x="7192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5" name="Label 5"/>
          <p:cNvSpPr txBox="1"/>
          <p:nvPr/>
        </p:nvSpPr>
        <p:spPr>
          <a:xfrm>
            <a:off x="5000000" y="1950000"/>
            <a:ext cx="2192000" cy="5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 b="1">
                <a:solidFill>
                  <a:srgbClr val="1F3864"/>
                </a:solidFill>
              </a:rPr>
              <a:t>→ </a:t>
            </a:r>
            <a:r>
              <a:rPr sz="1600">
                <a:solidFill>
                  <a:srgbClr val="1F3864"/>
                </a:solidFill>
              </a:rPr>
              <a:t>steering, throttle, braking</a:t>
            </a:r>
          </a:p>
        </p:txBody>
      </p:sp>
      <p:sp>
        <p:nvSpPr>
          <p:cNvPr id="6" name="Label 6"/>
          <p:cNvSpPr txBox="1"/>
          <p:nvPr/>
        </p:nvSpPr>
        <p:spPr>
          <a:xfrm>
            <a:off x="5000000" y="4150000"/>
            <a:ext cx="2192000" cy="7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>
                <a:solidFill>
                  <a:srgbClr val="808080"/>
                </a:solidFill>
              </a:rPr>
              <a:t>speed, RTF, lateral accel</a:t>
            </a:r>
            <a:r>
              <a:rPr sz="1600" b="1">
                <a:solidFill>
                  <a:srgbClr val="808080"/>
                </a:solidFill>
              </a:rPr>
              <a:t> ←</a:t>
            </a:r>
          </a:p>
        </p:txBody>
      </p:sp>
      <p:sp>
        <p:nvSpPr>
          <p:cNvPr id="7" name="TextBox note"/>
          <p:cNvSpPr txBox="1"/>
          <p:nvPr/>
        </p:nvSpPr>
        <p:spPr>
          <a:xfrm>
            <a:off x="700000" y="5250000"/>
            <a:ext cx="10792000" cy="7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/>
              <a:t>Both directions are plain UDP datagrams - two processes, possibly two machines, no shared memory. The grey arrow only fires when SEND_FEEDBACK = True.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human-in-the-loop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in a second terminal - the operator side has no Chrono dependency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983475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003475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84109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861090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Non-blocking socket, drained every step; the newest packet wins, an empty queue holds the last value</a:t>
            </a:r>
          </a:p>
          <a:p>
            <a:pPr/>
            <a:r>
              <a:rPr sz="16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Settings for this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INPUT_SOURCE = "udp" (Line 440),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Arrow keys in the operator console window drive the 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Settings for this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SEND_FEEDBACK = True (Line 446)</a:t>
            </a:r>
          </a:p>
          <a:p>
            <a:pPr/>
            <a:r>
              <a:rPr sz="2000"/>
              <a:t>Both scripts restarted: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Bonus material: the car picker and overlay flags are nice-to-haves. Parts 1 and 4 are the patterns worth taking with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UAZBUS,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actually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  <p:pic>
        <p:nvPicPr>
          <p:cNvPr id="6" name="Picture 5" descr="vehicl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541" y="1150000"/>
            <a:ext cx="6592917" cy="5400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6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51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"uazbus"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Settings for this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VEHICLE = "uazbus" (or "sedan", "gator"), Line 433 - same driver, same terrain, very different vehicle</a:t>
            </a:r>
          </a:p>
          <a:p>
            <a:pPr/>
            <a:r>
              <a:rPr sz="2000"/>
              <a:t>SHOW_SIM_INFO_PANEL = True, then the i key while the sim is running - same panel, two ways to reach it</a:t>
            </a:r>
          </a:p>
          <a:p>
            <a:pPr/>
            <a:r>
              <a:rPr sz="2000"/>
              <a:t>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The same scripted course driven by an HMMWV, a UAZBUS and a Gator - same driver, same terrain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  <p:pic>
        <p:nvPicPr>
          <p:cNvPr id="6" name="Picture 5" descr="overlay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00" y="3450000"/>
            <a:ext cx="3800000" cy="25714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  <a:p>
            <a:pPr/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