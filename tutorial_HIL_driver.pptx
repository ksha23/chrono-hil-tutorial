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5.xml"/><Relationship Id="rId5" Type="http://schemas.openxmlformats.org/officeDocument/2006/relationships/slide" Target="slides/slide44.xml"/><Relationship Id="rId6" Type="http://schemas.openxmlformats.org/officeDocument/2006/relationships/slide" Target="slides/slide43.xml"/><Relationship Id="rId7" Type="http://schemas.openxmlformats.org/officeDocument/2006/relationships/slide" Target="slides/slide4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&lt;your name&gt;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HIL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HIL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435 to 453)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"gamepad"   PART 3 - a joystick/wheel, read natively (JOYSTICK_CONFIG below)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"udp"       PART 4 - operator_console.py sends packets over the network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send telemetry back to the operator (udp source only)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284 to 294)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376 to 404)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406 to 412)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357 to 362)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421 to 425)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56 to 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296 to 307)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339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2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57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HIL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80000"/>
            <a:ext cx="12192000" cy="4983475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003475"/>
            <a:ext cx="1139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80000"/>
            <a:ext cx="12192000" cy="484109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861090"/>
            <a:ext cx="1139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Non-blocking socket, drained every step; the newest packet wins, an empty queue holds the last value</a:t>
            </a:r>
          </a:p>
          <a:p>
            <a:pPr/>
            <a:r>
              <a:rPr sz="16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CityBus,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256 to 264)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6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51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"citybus"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347 to 354)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"citybus"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  <p:pic>
        <p:nvPicPr>
          <p:cNvPr id="6" name="Picture 5" descr="overlay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00" y="3450000"/>
            <a:ext cx="3800000" cy="25714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