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824353"/>
            <a:ext cx="3749039" cy="165735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452742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the load mid-swing, and the pad it must reach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a human-in-the-loop interface actually look like?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pattern, and two interfaces that fit it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54787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The pattern, whatever is being driven: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  read numbers from the human  -&gt;  push them into the model  -&gt;  step it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  -&gt;  hold to real time  -&gt;  send some state back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Only the middle step is plant-specific.  Two examples: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A Chrono::Vehicle                        (tutorial_HIL_driver.py 724-736)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driver_inputs = driver.GetInputs()   # ChDriver: steering, throttle, braking, clutch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plant.apply(driver_inputs)           # nothing to do: the vehicle reads them itself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vehicle_model.Synchronize(t, driver_inputs, terrain)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The gantry crane, with no ChDriver in it        (hil_plants.py 333-338)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def apply(self, inputs):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 = self.system.GetChTime()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Throttle drives forward, braking drives back: two pedals, one axis.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long_cmd = (inputs.m_throttle - inputs.m_braking) * self.MAX_LONG_SPEED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self.long_speed.SetSetpoint(long_cmd, t)        # ChFunctionSetpoint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self.cross_speed.SetSetpoint(inputs.m_steering * self.MAX_CROSS_SPEED, t)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736592"/>
            <a:ext cx="113934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The pattern is the invariant. The interface is not: </a:t>
            </a:r>
            <a:r>
              <a:rPr sz="1600">
                <a:latin typeface="Consolas"/>
              </a:rPr>
              <a:t>ChDriver</a:t>
            </a:r>
            <a:r>
              <a:rPr sz="1600"/>
              <a:t> is a Chrono::Vehicle class, and its constructor demands a </a:t>
            </a:r>
            <a:r>
              <a:rPr sz="1600">
                <a:latin typeface="Consolas"/>
              </a:rPr>
              <a:t>ChVehicle&amp;</a:t>
            </a:r>
          </a:p>
          <a:p>
            <a:r>
              <a:rPr sz="1600"/>
              <a:t>The crane has no driver class at all - its whole input surface is two </a:t>
            </a:r>
            <a:r>
              <a:rPr sz="1600">
                <a:latin typeface="Consolas"/>
              </a:rPr>
              <a:t>SetSetpoint()</a:t>
            </a:r>
            <a:r>
              <a:rPr sz="1600"/>
              <a:t> calls on a </a:t>
            </a:r>
            <a:r>
              <a:rPr sz="1600">
                <a:latin typeface="Consolas"/>
              </a:rPr>
              <a:t>ChFunctionSetpoint</a:t>
            </a:r>
          </a:p>
          <a:p>
            <a:r>
              <a:rPr sz="1600"/>
              <a:t>It is handed the same three numbers only so one console drives either; </a:t>
            </a:r>
            <a:r>
              <a:rPr sz="1600">
                <a:latin typeface="Consolas"/>
              </a:rPr>
              <a:t>DriverInputs</a:t>
            </a:r>
            <a:r>
              <a:rPr sz="1600"/>
              <a:t>, twelve lines of Python, is that ChDriver-shaped box</a:t>
            </a:r>
          </a:p>
          <a:p>
            <a:r>
              <a:rPr sz="1600"/>
              <a:t>And the shape has a cost the crane shows plainly: </a:t>
            </a:r>
            <a:r>
              <a:rPr sz="1600">
                <a:latin typeface="Consolas"/>
              </a:rPr>
              <a:t>throttle - braking</a:t>
            </a:r>
            <a:r>
              <a:rPr sz="1600"/>
              <a:t>, two pedals recovered into the one signed axis it actually wanted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one easy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You have just seen the pattern. Two things around it are hard, and both are the part that transfers:</a:t>
            </a:r>
          </a:p>
          <a:p>
            <a:pPr lvl="1"/>
            <a:r>
              <a:rPr sz="1800"/>
              <a:t>PATTERN 1: keeping the simulation running at wall-clock speed, and knowing when it isn't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Both patterns show up anywhere a person or outside hardware talks to a live simulation - not just here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 and wheel, gears, Mcity, a rover - is one slide at the end,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conda-forge projectchrono::pychrono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Two other packages are also called </a:t>
            </a:r>
            <a:r>
              <a:rPr sz="1800">
                <a:latin typeface="Consolas"/>
              </a:rPr>
              <a:t>pychrono</a:t>
            </a:r>
            <a:r>
              <a:rPr sz="2000"/>
              <a:t>: the one on PyPI, and conda-forge's (no </a:t>
            </a:r>
            <a:r>
              <a:rPr sz="1800">
                <a:latin typeface="Consolas"/>
              </a:rPr>
              <a:t>vehicle</a:t>
            </a:r>
            <a:r>
              <a:rPr sz="2000"/>
              <a:t>, no </a:t>
            </a:r>
            <a:r>
              <a:rPr sz="1800">
                <a:latin typeface="Consolas"/>
              </a:rPr>
              <a:t>irrlicht</a:t>
            </a:r>
            <a:r>
              <a:rPr sz="2000"/>
              <a:t>) - the </a:t>
            </a:r>
            <a:r>
              <a:rPr sz="1800">
                <a:latin typeface="Consolas"/>
              </a:rPr>
              <a:t>projectchrono::</a:t>
            </a:r>
            <a:r>
              <a:rPr sz="2000"/>
              <a:t> prefix pins the right one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219736"/>
            <a:ext cx="3749039" cy="286658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51320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the default: an HMMWV on flat rigid terrain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714 to 765)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shape every plant is driven through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767 to 783)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671 to 685,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545 to 582, 625 to 628)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1596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1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What does a keypress MEAN?  The same question PART 4 answers for its own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device.  "cumulative" nudges a target by a delta and leaves it there;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"held" follows the keys held down and ramps back on release - which is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model operator_console.py already uses over UDP.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if KEYBOARD_MODE == "held":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if hasattr(veh.ChInteractiveDriver, "KeyboardMode_HELD"):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    driver.SetKeyboardMode(veh.ChInteractiveDriver.KeyboardMode_HELD)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driver.SetSteeringDelta(render_step_size / steering_time)   # "cumulative" only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440680"/>
            <a:ext cx="11393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onsolas"/>
              </a:rPr>
              <a:t>"cumulative"</a:t>
            </a:r>
            <a:r>
              <a:rPr sz="1600"/>
              <a:t>: each keypress moves a TARGET by a delta and it stays there. </a:t>
            </a:r>
            <a:r>
              <a:rPr sz="1600">
                <a:latin typeface="Consolas"/>
              </a:rPr>
              <a:t>"held"</a:t>
            </a:r>
            <a:r>
              <a:rPr sz="1600"/>
              <a:t>: the input follows the keys held down</a:t>
            </a:r>
          </a:p>
          <a:p>
            <a:r>
              <a:rPr sz="1600"/>
              <a:t>Same three floats either way - and </a:t>
            </a:r>
            <a:r>
              <a:rPr sz="1600">
                <a:latin typeface="Consolas"/>
              </a:rPr>
              <a:t>"held"</a:t>
            </a:r>
            <a:r>
              <a:rPr sz="1600"/>
              <a:t> is the model PART 4's console already uses, with </a:t>
            </a:r>
            <a:r>
              <a:rPr sz="1600">
                <a:latin typeface="Consolas"/>
              </a:rPr>
              <a:t>SetGains</a:t>
            </a:r>
            <a:r>
              <a:rPr sz="1600"/>
              <a:t> as the shared ramp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600"/>
              <a:t> forwards the window's key events, and binds Chrono's gear keys </a:t>
            </a:r>
            <a:r>
              <a:rPr sz="1600">
                <a:latin typeface="Consolas"/>
              </a:rPr>
              <a:t>Z X T [ ]</a:t>
            </a:r>
            <a:r>
              <a:rPr sz="1600"/>
              <a:t> for free</a:t>
            </a:r>
          </a:p>
          <a:p>
            <a:r>
              <a:rPr sz="1600"/>
              <a:t>SHOW: drive the HMMWV, then flip </a:t>
            </a:r>
            <a:r>
              <a:rPr sz="1600">
                <a:latin typeface="Consolas"/>
              </a:rPr>
              <a:t>KEYBOARD_MODE</a:t>
            </a:r>
            <a:r>
              <a:rPr sz="1600"/>
              <a:t> and drive again - the second one feels like a car, not a ratchet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229 to 279)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724 to 736, 785 to 795)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the shape every plant here is driven through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427774"/>
            <a:ext cx="3749039" cy="2450506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492400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operator console, and the sim it drives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502373"/>
            <a:ext cx="3749039" cy="2301307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484940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PLANT = "rover": same three numbers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2026-09-14T00:00:00Z</dcterms:created>
  <dcterms:modified xsi:type="dcterms:W3CDTF">2026-09-14T00:00:00Z</dcterms:modified>
</cp:coreProperties>
</file>